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B9116-9323-44F6-AB11-E1EC5E34D19E}" v="88" dt="2025-12-10T12:10:08.4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Elkomy" userId="aa26ab03adbe3a46" providerId="Windows Live" clId="Web-{C81B9116-9323-44F6-AB11-E1EC5E34D19E}"/>
    <pc:docChg chg="mod addSld modSld addMainMaster delMainMaster">
      <pc:chgData name="Mohamed Elkomy" userId="aa26ab03adbe3a46" providerId="Windows Live" clId="Web-{C81B9116-9323-44F6-AB11-E1EC5E34D19E}" dt="2025-12-10T12:10:08.400" v="95" actId="20577"/>
      <pc:docMkLst>
        <pc:docMk/>
      </pc:docMkLst>
      <pc:sldChg chg="modSp mod modClrScheme chgLayout">
        <pc:chgData name="Mohamed Elkomy" userId="aa26ab03adbe3a46" providerId="Windows Live" clId="Web-{C81B9116-9323-44F6-AB11-E1EC5E34D19E}" dt="2025-12-10T11:59:37.393" v="3" actId="20577"/>
        <pc:sldMkLst>
          <pc:docMk/>
          <pc:sldMk cId="109857222" sldId="256"/>
        </pc:sldMkLst>
        <pc:spChg chg="mod ord">
          <ac:chgData name="Mohamed Elkomy" userId="aa26ab03adbe3a46" providerId="Windows Live" clId="Web-{C81B9116-9323-44F6-AB11-E1EC5E34D19E}" dt="2025-12-10T11:59:34.409" v="2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ohamed Elkomy" userId="aa26ab03adbe3a46" providerId="Windows Live" clId="Web-{C81B9116-9323-44F6-AB11-E1EC5E34D19E}" dt="2025-12-10T11:59:37.393" v="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Mohamed Elkomy" userId="aa26ab03adbe3a46" providerId="Windows Live" clId="Web-{C81B9116-9323-44F6-AB11-E1EC5E34D19E}" dt="2025-12-10T12:00:55.066" v="9" actId="20577"/>
        <pc:sldMkLst>
          <pc:docMk/>
          <pc:sldMk cId="489218533" sldId="257"/>
        </pc:sldMkLst>
        <pc:spChg chg="mod">
          <ac:chgData name="Mohamed Elkomy" userId="aa26ab03adbe3a46" providerId="Windows Live" clId="Web-{C81B9116-9323-44F6-AB11-E1EC5E34D19E}" dt="2025-12-10T12:00:46.207" v="6" actId="20577"/>
          <ac:spMkLst>
            <pc:docMk/>
            <pc:sldMk cId="489218533" sldId="257"/>
            <ac:spMk id="2" creationId="{1413E620-AA4C-F07E-C267-06B0322E7EDA}"/>
          </ac:spMkLst>
        </pc:spChg>
        <pc:spChg chg="mod">
          <ac:chgData name="Mohamed Elkomy" userId="aa26ab03adbe3a46" providerId="Windows Live" clId="Web-{C81B9116-9323-44F6-AB11-E1EC5E34D19E}" dt="2025-12-10T12:00:55.066" v="9" actId="20577"/>
          <ac:spMkLst>
            <pc:docMk/>
            <pc:sldMk cId="489218533" sldId="257"/>
            <ac:spMk id="3" creationId="{742894BF-C60E-C33B-751B-167E0D3C886D}"/>
          </ac:spMkLst>
        </pc:spChg>
      </pc:sldChg>
      <pc:sldChg chg="modSp new">
        <pc:chgData name="Mohamed Elkomy" userId="aa26ab03adbe3a46" providerId="Windows Live" clId="Web-{C81B9116-9323-44F6-AB11-E1EC5E34D19E}" dt="2025-12-10T12:01:29.755" v="15" actId="20577"/>
        <pc:sldMkLst>
          <pc:docMk/>
          <pc:sldMk cId="2559676203" sldId="258"/>
        </pc:sldMkLst>
        <pc:spChg chg="mod">
          <ac:chgData name="Mohamed Elkomy" userId="aa26ab03adbe3a46" providerId="Windows Live" clId="Web-{C81B9116-9323-44F6-AB11-E1EC5E34D19E}" dt="2025-12-10T12:01:21.739" v="12" actId="20577"/>
          <ac:spMkLst>
            <pc:docMk/>
            <pc:sldMk cId="2559676203" sldId="258"/>
            <ac:spMk id="2" creationId="{A41B9197-78CD-6499-10E1-30B08353421D}"/>
          </ac:spMkLst>
        </pc:spChg>
        <pc:spChg chg="mod">
          <ac:chgData name="Mohamed Elkomy" userId="aa26ab03adbe3a46" providerId="Windows Live" clId="Web-{C81B9116-9323-44F6-AB11-E1EC5E34D19E}" dt="2025-12-10T12:01:29.755" v="15" actId="20577"/>
          <ac:spMkLst>
            <pc:docMk/>
            <pc:sldMk cId="2559676203" sldId="258"/>
            <ac:spMk id="3" creationId="{F7B5EC5B-C17A-BFD6-2C15-DFE7104F67D4}"/>
          </ac:spMkLst>
        </pc:spChg>
      </pc:sldChg>
      <pc:sldChg chg="modSp new">
        <pc:chgData name="Mohamed Elkomy" userId="aa26ab03adbe3a46" providerId="Windows Live" clId="Web-{C81B9116-9323-44F6-AB11-E1EC5E34D19E}" dt="2025-12-10T12:02:10.646" v="20" actId="20577"/>
        <pc:sldMkLst>
          <pc:docMk/>
          <pc:sldMk cId="1387659294" sldId="259"/>
        </pc:sldMkLst>
        <pc:spChg chg="mod">
          <ac:chgData name="Mohamed Elkomy" userId="aa26ab03adbe3a46" providerId="Windows Live" clId="Web-{C81B9116-9323-44F6-AB11-E1EC5E34D19E}" dt="2025-12-10T12:01:57.771" v="18" actId="20577"/>
          <ac:spMkLst>
            <pc:docMk/>
            <pc:sldMk cId="1387659294" sldId="259"/>
            <ac:spMk id="2" creationId="{EF12E803-88AD-2537-B14E-9CF958F7FEC8}"/>
          </ac:spMkLst>
        </pc:spChg>
        <pc:spChg chg="mod">
          <ac:chgData name="Mohamed Elkomy" userId="aa26ab03adbe3a46" providerId="Windows Live" clId="Web-{C81B9116-9323-44F6-AB11-E1EC5E34D19E}" dt="2025-12-10T12:02:10.646" v="20" actId="20577"/>
          <ac:spMkLst>
            <pc:docMk/>
            <pc:sldMk cId="1387659294" sldId="259"/>
            <ac:spMk id="3" creationId="{95F3298A-078B-DAEC-635F-E04C8202F53C}"/>
          </ac:spMkLst>
        </pc:spChg>
      </pc:sldChg>
      <pc:sldChg chg="modSp new">
        <pc:chgData name="Mohamed Elkomy" userId="aa26ab03adbe3a46" providerId="Windows Live" clId="Web-{C81B9116-9323-44F6-AB11-E1EC5E34D19E}" dt="2025-12-10T12:02:55.709" v="26" actId="20577"/>
        <pc:sldMkLst>
          <pc:docMk/>
          <pc:sldMk cId="1044826693" sldId="260"/>
        </pc:sldMkLst>
        <pc:spChg chg="mod">
          <ac:chgData name="Mohamed Elkomy" userId="aa26ab03adbe3a46" providerId="Windows Live" clId="Web-{C81B9116-9323-44F6-AB11-E1EC5E34D19E}" dt="2025-12-10T12:02:47.396" v="23" actId="20577"/>
          <ac:spMkLst>
            <pc:docMk/>
            <pc:sldMk cId="1044826693" sldId="260"/>
            <ac:spMk id="2" creationId="{B1C44CA0-CFA5-93C2-D44B-F34472FDEBE0}"/>
          </ac:spMkLst>
        </pc:spChg>
        <pc:spChg chg="mod">
          <ac:chgData name="Mohamed Elkomy" userId="aa26ab03adbe3a46" providerId="Windows Live" clId="Web-{C81B9116-9323-44F6-AB11-E1EC5E34D19E}" dt="2025-12-10T12:02:55.709" v="26" actId="20577"/>
          <ac:spMkLst>
            <pc:docMk/>
            <pc:sldMk cId="1044826693" sldId="260"/>
            <ac:spMk id="3" creationId="{0D9F9CFC-DE0C-5B8C-C73B-EC5AEC8886F2}"/>
          </ac:spMkLst>
        </pc:spChg>
      </pc:sldChg>
      <pc:sldChg chg="modSp new">
        <pc:chgData name="Mohamed Elkomy" userId="aa26ab03adbe3a46" providerId="Windows Live" clId="Web-{C81B9116-9323-44F6-AB11-E1EC5E34D19E}" dt="2025-12-10T12:03:44.866" v="32" actId="20577"/>
        <pc:sldMkLst>
          <pc:docMk/>
          <pc:sldMk cId="2844758845" sldId="261"/>
        </pc:sldMkLst>
        <pc:spChg chg="mod">
          <ac:chgData name="Mohamed Elkomy" userId="aa26ab03adbe3a46" providerId="Windows Live" clId="Web-{C81B9116-9323-44F6-AB11-E1EC5E34D19E}" dt="2025-12-10T12:03:36.944" v="29" actId="20577"/>
          <ac:spMkLst>
            <pc:docMk/>
            <pc:sldMk cId="2844758845" sldId="261"/>
            <ac:spMk id="2" creationId="{8F0449D7-193D-7F22-1865-ED48C11729BF}"/>
          </ac:spMkLst>
        </pc:spChg>
        <pc:spChg chg="mod">
          <ac:chgData name="Mohamed Elkomy" userId="aa26ab03adbe3a46" providerId="Windows Live" clId="Web-{C81B9116-9323-44F6-AB11-E1EC5E34D19E}" dt="2025-12-10T12:03:44.866" v="32" actId="20577"/>
          <ac:spMkLst>
            <pc:docMk/>
            <pc:sldMk cId="2844758845" sldId="261"/>
            <ac:spMk id="3" creationId="{86C30086-B510-4B38-2A2D-3C0F0851DAD0}"/>
          </ac:spMkLst>
        </pc:spChg>
      </pc:sldChg>
      <pc:sldChg chg="modSp new">
        <pc:chgData name="Mohamed Elkomy" userId="aa26ab03adbe3a46" providerId="Windows Live" clId="Web-{C81B9116-9323-44F6-AB11-E1EC5E34D19E}" dt="2025-12-10T12:04:20.585" v="37" actId="20577"/>
        <pc:sldMkLst>
          <pc:docMk/>
          <pc:sldMk cId="1585362932" sldId="262"/>
        </pc:sldMkLst>
        <pc:spChg chg="mod">
          <ac:chgData name="Mohamed Elkomy" userId="aa26ab03adbe3a46" providerId="Windows Live" clId="Web-{C81B9116-9323-44F6-AB11-E1EC5E34D19E}" dt="2025-12-10T12:04:04.975" v="35" actId="20577"/>
          <ac:spMkLst>
            <pc:docMk/>
            <pc:sldMk cId="1585362932" sldId="262"/>
            <ac:spMk id="2" creationId="{4A3C8FD9-6148-487B-FE8B-464FE13CCADD}"/>
          </ac:spMkLst>
        </pc:spChg>
        <pc:spChg chg="mod">
          <ac:chgData name="Mohamed Elkomy" userId="aa26ab03adbe3a46" providerId="Windows Live" clId="Web-{C81B9116-9323-44F6-AB11-E1EC5E34D19E}" dt="2025-12-10T12:04:20.585" v="37" actId="20577"/>
          <ac:spMkLst>
            <pc:docMk/>
            <pc:sldMk cId="1585362932" sldId="262"/>
            <ac:spMk id="3" creationId="{1C97E393-0240-67CD-336F-827F6E34950E}"/>
          </ac:spMkLst>
        </pc:spChg>
      </pc:sldChg>
      <pc:sldChg chg="modSp new">
        <pc:chgData name="Mohamed Elkomy" userId="aa26ab03adbe3a46" providerId="Windows Live" clId="Web-{C81B9116-9323-44F6-AB11-E1EC5E34D19E}" dt="2025-12-10T12:04:41.241" v="43" actId="20577"/>
        <pc:sldMkLst>
          <pc:docMk/>
          <pc:sldMk cId="1062925943" sldId="263"/>
        </pc:sldMkLst>
        <pc:spChg chg="mod">
          <ac:chgData name="Mohamed Elkomy" userId="aa26ab03adbe3a46" providerId="Windows Live" clId="Web-{C81B9116-9323-44F6-AB11-E1EC5E34D19E}" dt="2025-12-10T12:04:34.585" v="40" actId="20577"/>
          <ac:spMkLst>
            <pc:docMk/>
            <pc:sldMk cId="1062925943" sldId="263"/>
            <ac:spMk id="2" creationId="{86AF6FFA-DD13-CBF0-C15C-8AC6A13D0A5F}"/>
          </ac:spMkLst>
        </pc:spChg>
        <pc:spChg chg="mod">
          <ac:chgData name="Mohamed Elkomy" userId="aa26ab03adbe3a46" providerId="Windows Live" clId="Web-{C81B9116-9323-44F6-AB11-E1EC5E34D19E}" dt="2025-12-10T12:04:41.241" v="43" actId="20577"/>
          <ac:spMkLst>
            <pc:docMk/>
            <pc:sldMk cId="1062925943" sldId="263"/>
            <ac:spMk id="3" creationId="{7B92440A-F13F-813F-5E14-E1E603CA93CC}"/>
          </ac:spMkLst>
        </pc:spChg>
      </pc:sldChg>
      <pc:sldChg chg="modSp new">
        <pc:chgData name="Mohamed Elkomy" userId="aa26ab03adbe3a46" providerId="Windows Live" clId="Web-{C81B9116-9323-44F6-AB11-E1EC5E34D19E}" dt="2025-12-10T12:05:17.445" v="48" actId="20577"/>
        <pc:sldMkLst>
          <pc:docMk/>
          <pc:sldMk cId="461413088" sldId="264"/>
        </pc:sldMkLst>
        <pc:spChg chg="mod">
          <ac:chgData name="Mohamed Elkomy" userId="aa26ab03adbe3a46" providerId="Windows Live" clId="Web-{C81B9116-9323-44F6-AB11-E1EC5E34D19E}" dt="2025-12-10T12:05:04.991" v="46" actId="20577"/>
          <ac:spMkLst>
            <pc:docMk/>
            <pc:sldMk cId="461413088" sldId="264"/>
            <ac:spMk id="2" creationId="{2D3CE903-9DCB-F8BF-61B1-F41041793132}"/>
          </ac:spMkLst>
        </pc:spChg>
        <pc:spChg chg="mod">
          <ac:chgData name="Mohamed Elkomy" userId="aa26ab03adbe3a46" providerId="Windows Live" clId="Web-{C81B9116-9323-44F6-AB11-E1EC5E34D19E}" dt="2025-12-10T12:05:17.445" v="48" actId="20577"/>
          <ac:spMkLst>
            <pc:docMk/>
            <pc:sldMk cId="461413088" sldId="264"/>
            <ac:spMk id="3" creationId="{8038C628-C011-B61B-5307-B61CAA00C6D8}"/>
          </ac:spMkLst>
        </pc:spChg>
      </pc:sldChg>
      <pc:sldChg chg="modSp new">
        <pc:chgData name="Mohamed Elkomy" userId="aa26ab03adbe3a46" providerId="Windows Live" clId="Web-{C81B9116-9323-44F6-AB11-E1EC5E34D19E}" dt="2025-12-10T12:05:49.617" v="53" actId="20577"/>
        <pc:sldMkLst>
          <pc:docMk/>
          <pc:sldMk cId="983292354" sldId="265"/>
        </pc:sldMkLst>
        <pc:spChg chg="mod">
          <ac:chgData name="Mohamed Elkomy" userId="aa26ab03adbe3a46" providerId="Windows Live" clId="Web-{C81B9116-9323-44F6-AB11-E1EC5E34D19E}" dt="2025-12-10T12:05:46.367" v="51" actId="20577"/>
          <ac:spMkLst>
            <pc:docMk/>
            <pc:sldMk cId="983292354" sldId="265"/>
            <ac:spMk id="2" creationId="{80616182-F471-CFB1-5FEA-53BB3DE2A03F}"/>
          </ac:spMkLst>
        </pc:spChg>
        <pc:spChg chg="mod">
          <ac:chgData name="Mohamed Elkomy" userId="aa26ab03adbe3a46" providerId="Windows Live" clId="Web-{C81B9116-9323-44F6-AB11-E1EC5E34D19E}" dt="2025-12-10T12:05:49.617" v="53" actId="20577"/>
          <ac:spMkLst>
            <pc:docMk/>
            <pc:sldMk cId="983292354" sldId="265"/>
            <ac:spMk id="3" creationId="{9BD2993D-A398-26CD-E941-C6E751D3EAE2}"/>
          </ac:spMkLst>
        </pc:spChg>
      </pc:sldChg>
      <pc:sldChg chg="modSp new">
        <pc:chgData name="Mohamed Elkomy" userId="aa26ab03adbe3a46" providerId="Windows Live" clId="Web-{C81B9116-9323-44F6-AB11-E1EC5E34D19E}" dt="2025-12-10T12:06:29.367" v="58" actId="20577"/>
        <pc:sldMkLst>
          <pc:docMk/>
          <pc:sldMk cId="2273146703" sldId="266"/>
        </pc:sldMkLst>
        <pc:spChg chg="mod">
          <ac:chgData name="Mohamed Elkomy" userId="aa26ab03adbe3a46" providerId="Windows Live" clId="Web-{C81B9116-9323-44F6-AB11-E1EC5E34D19E}" dt="2025-12-10T12:06:15.305" v="56" actId="20577"/>
          <ac:spMkLst>
            <pc:docMk/>
            <pc:sldMk cId="2273146703" sldId="266"/>
            <ac:spMk id="2" creationId="{F1DEC2B1-4DEF-AB6B-D551-A781009C4AE4}"/>
          </ac:spMkLst>
        </pc:spChg>
        <pc:spChg chg="mod">
          <ac:chgData name="Mohamed Elkomy" userId="aa26ab03adbe3a46" providerId="Windows Live" clId="Web-{C81B9116-9323-44F6-AB11-E1EC5E34D19E}" dt="2025-12-10T12:06:29.367" v="58" actId="20577"/>
          <ac:spMkLst>
            <pc:docMk/>
            <pc:sldMk cId="2273146703" sldId="266"/>
            <ac:spMk id="3" creationId="{D0228B94-3633-ACB4-A235-62EED7780D42}"/>
          </ac:spMkLst>
        </pc:spChg>
      </pc:sldChg>
      <pc:sldChg chg="modSp new">
        <pc:chgData name="Mohamed Elkomy" userId="aa26ab03adbe3a46" providerId="Windows Live" clId="Web-{C81B9116-9323-44F6-AB11-E1EC5E34D19E}" dt="2025-12-10T12:06:50.086" v="64" actId="20577"/>
        <pc:sldMkLst>
          <pc:docMk/>
          <pc:sldMk cId="1377125758" sldId="267"/>
        </pc:sldMkLst>
        <pc:spChg chg="mod">
          <ac:chgData name="Mohamed Elkomy" userId="aa26ab03adbe3a46" providerId="Windows Live" clId="Web-{C81B9116-9323-44F6-AB11-E1EC5E34D19E}" dt="2025-12-10T12:06:45.008" v="61" actId="20577"/>
          <ac:spMkLst>
            <pc:docMk/>
            <pc:sldMk cId="1377125758" sldId="267"/>
            <ac:spMk id="2" creationId="{BA8AB9D4-9624-A6A1-4588-E00868E10202}"/>
          </ac:spMkLst>
        </pc:spChg>
        <pc:spChg chg="mod">
          <ac:chgData name="Mohamed Elkomy" userId="aa26ab03adbe3a46" providerId="Windows Live" clId="Web-{C81B9116-9323-44F6-AB11-E1EC5E34D19E}" dt="2025-12-10T12:06:50.086" v="64" actId="20577"/>
          <ac:spMkLst>
            <pc:docMk/>
            <pc:sldMk cId="1377125758" sldId="267"/>
            <ac:spMk id="3" creationId="{CA5FD166-4E45-06D7-D76E-7DF6B4DA1D75}"/>
          </ac:spMkLst>
        </pc:spChg>
      </pc:sldChg>
      <pc:sldChg chg="modSp new">
        <pc:chgData name="Mohamed Elkomy" userId="aa26ab03adbe3a46" providerId="Windows Live" clId="Web-{C81B9116-9323-44F6-AB11-E1EC5E34D19E}" dt="2025-12-10T12:07:21.883" v="70" actId="20577"/>
        <pc:sldMkLst>
          <pc:docMk/>
          <pc:sldMk cId="1085397431" sldId="268"/>
        </pc:sldMkLst>
        <pc:spChg chg="mod">
          <ac:chgData name="Mohamed Elkomy" userId="aa26ab03adbe3a46" providerId="Windows Live" clId="Web-{C81B9116-9323-44F6-AB11-E1EC5E34D19E}" dt="2025-12-10T12:07:15.305" v="67" actId="20577"/>
          <ac:spMkLst>
            <pc:docMk/>
            <pc:sldMk cId="1085397431" sldId="268"/>
            <ac:spMk id="2" creationId="{3FB0A658-A877-8E38-3221-4A2FFF6F1381}"/>
          </ac:spMkLst>
        </pc:spChg>
        <pc:spChg chg="mod">
          <ac:chgData name="Mohamed Elkomy" userId="aa26ab03adbe3a46" providerId="Windows Live" clId="Web-{C81B9116-9323-44F6-AB11-E1EC5E34D19E}" dt="2025-12-10T12:07:21.883" v="70" actId="20577"/>
          <ac:spMkLst>
            <pc:docMk/>
            <pc:sldMk cId="1085397431" sldId="268"/>
            <ac:spMk id="3" creationId="{D14DC693-99DC-2380-B81C-6880AC2504A0}"/>
          </ac:spMkLst>
        </pc:spChg>
      </pc:sldChg>
      <pc:sldChg chg="modSp new">
        <pc:chgData name="Mohamed Elkomy" userId="aa26ab03adbe3a46" providerId="Windows Live" clId="Web-{C81B9116-9323-44F6-AB11-E1EC5E34D19E}" dt="2025-12-10T12:07:50.415" v="74" actId="20577"/>
        <pc:sldMkLst>
          <pc:docMk/>
          <pc:sldMk cId="953010044" sldId="269"/>
        </pc:sldMkLst>
        <pc:spChg chg="mod">
          <ac:chgData name="Mohamed Elkomy" userId="aa26ab03adbe3a46" providerId="Windows Live" clId="Web-{C81B9116-9323-44F6-AB11-E1EC5E34D19E}" dt="2025-12-10T12:07:47.930" v="73" actId="20577"/>
          <ac:spMkLst>
            <pc:docMk/>
            <pc:sldMk cId="953010044" sldId="269"/>
            <ac:spMk id="2" creationId="{047CB12D-8C67-F41B-B137-6614A6B924D6}"/>
          </ac:spMkLst>
        </pc:spChg>
        <pc:spChg chg="mod">
          <ac:chgData name="Mohamed Elkomy" userId="aa26ab03adbe3a46" providerId="Windows Live" clId="Web-{C81B9116-9323-44F6-AB11-E1EC5E34D19E}" dt="2025-12-10T12:07:50.415" v="74" actId="20577"/>
          <ac:spMkLst>
            <pc:docMk/>
            <pc:sldMk cId="953010044" sldId="269"/>
            <ac:spMk id="3" creationId="{B2010C96-D83F-370A-B9FF-CC3A4C45A28B}"/>
          </ac:spMkLst>
        </pc:spChg>
      </pc:sldChg>
      <pc:sldChg chg="modSp new">
        <pc:chgData name="Mohamed Elkomy" userId="aa26ab03adbe3a46" providerId="Windows Live" clId="Web-{C81B9116-9323-44F6-AB11-E1EC5E34D19E}" dt="2025-12-10T12:08:29.899" v="79" actId="20577"/>
        <pc:sldMkLst>
          <pc:docMk/>
          <pc:sldMk cId="1219588735" sldId="270"/>
        </pc:sldMkLst>
        <pc:spChg chg="mod">
          <ac:chgData name="Mohamed Elkomy" userId="aa26ab03adbe3a46" providerId="Windows Live" clId="Web-{C81B9116-9323-44F6-AB11-E1EC5E34D19E}" dt="2025-12-10T12:08:23.587" v="77" actId="20577"/>
          <ac:spMkLst>
            <pc:docMk/>
            <pc:sldMk cId="1219588735" sldId="270"/>
            <ac:spMk id="2" creationId="{068813DC-4280-5819-5E79-9D3F1F0013D7}"/>
          </ac:spMkLst>
        </pc:spChg>
        <pc:spChg chg="mod">
          <ac:chgData name="Mohamed Elkomy" userId="aa26ab03adbe3a46" providerId="Windows Live" clId="Web-{C81B9116-9323-44F6-AB11-E1EC5E34D19E}" dt="2025-12-10T12:08:29.899" v="79" actId="20577"/>
          <ac:spMkLst>
            <pc:docMk/>
            <pc:sldMk cId="1219588735" sldId="270"/>
            <ac:spMk id="3" creationId="{BF683023-3C16-6B3D-E6A2-8FEE855C0CD4}"/>
          </ac:spMkLst>
        </pc:spChg>
      </pc:sldChg>
      <pc:sldChg chg="modSp new">
        <pc:chgData name="Mohamed Elkomy" userId="aa26ab03adbe3a46" providerId="Windows Live" clId="Web-{C81B9116-9323-44F6-AB11-E1EC5E34D19E}" dt="2025-12-10T12:09:02.290" v="84" actId="20577"/>
        <pc:sldMkLst>
          <pc:docMk/>
          <pc:sldMk cId="1203494645" sldId="271"/>
        </pc:sldMkLst>
        <pc:spChg chg="mod">
          <ac:chgData name="Mohamed Elkomy" userId="aa26ab03adbe3a46" providerId="Windows Live" clId="Web-{C81B9116-9323-44F6-AB11-E1EC5E34D19E}" dt="2025-12-10T12:08:58.993" v="82" actId="20577"/>
          <ac:spMkLst>
            <pc:docMk/>
            <pc:sldMk cId="1203494645" sldId="271"/>
            <ac:spMk id="2" creationId="{97C8E6F3-FB6B-87B2-4D94-33F697C50C35}"/>
          </ac:spMkLst>
        </pc:spChg>
        <pc:spChg chg="mod">
          <ac:chgData name="Mohamed Elkomy" userId="aa26ab03adbe3a46" providerId="Windows Live" clId="Web-{C81B9116-9323-44F6-AB11-E1EC5E34D19E}" dt="2025-12-10T12:09:02.290" v="84" actId="20577"/>
          <ac:spMkLst>
            <pc:docMk/>
            <pc:sldMk cId="1203494645" sldId="271"/>
            <ac:spMk id="3" creationId="{902D1477-ACE9-5A0A-6E8B-6494932AF8E8}"/>
          </ac:spMkLst>
        </pc:spChg>
      </pc:sldChg>
      <pc:sldChg chg="modSp new">
        <pc:chgData name="Mohamed Elkomy" userId="aa26ab03adbe3a46" providerId="Windows Live" clId="Web-{C81B9116-9323-44F6-AB11-E1EC5E34D19E}" dt="2025-12-10T12:09:39.931" v="90" actId="20577"/>
        <pc:sldMkLst>
          <pc:docMk/>
          <pc:sldMk cId="3636138749" sldId="272"/>
        </pc:sldMkLst>
        <pc:spChg chg="mod">
          <ac:chgData name="Mohamed Elkomy" userId="aa26ab03adbe3a46" providerId="Windows Live" clId="Web-{C81B9116-9323-44F6-AB11-E1EC5E34D19E}" dt="2025-12-10T12:09:31.962" v="87" actId="20577"/>
          <ac:spMkLst>
            <pc:docMk/>
            <pc:sldMk cId="3636138749" sldId="272"/>
            <ac:spMk id="2" creationId="{D447A311-4CB3-19F6-F445-4D819902E564}"/>
          </ac:spMkLst>
        </pc:spChg>
        <pc:spChg chg="mod">
          <ac:chgData name="Mohamed Elkomy" userId="aa26ab03adbe3a46" providerId="Windows Live" clId="Web-{C81B9116-9323-44F6-AB11-E1EC5E34D19E}" dt="2025-12-10T12:09:39.931" v="90" actId="20577"/>
          <ac:spMkLst>
            <pc:docMk/>
            <pc:sldMk cId="3636138749" sldId="272"/>
            <ac:spMk id="3" creationId="{46DDE5E7-72C2-EC50-E3DF-D72809308AC7}"/>
          </ac:spMkLst>
        </pc:spChg>
      </pc:sldChg>
      <pc:sldChg chg="modSp new">
        <pc:chgData name="Mohamed Elkomy" userId="aa26ab03adbe3a46" providerId="Windows Live" clId="Web-{C81B9116-9323-44F6-AB11-E1EC5E34D19E}" dt="2025-12-10T12:10:08.400" v="95" actId="20577"/>
        <pc:sldMkLst>
          <pc:docMk/>
          <pc:sldMk cId="3390550960" sldId="273"/>
        </pc:sldMkLst>
        <pc:spChg chg="mod">
          <ac:chgData name="Mohamed Elkomy" userId="aa26ab03adbe3a46" providerId="Windows Live" clId="Web-{C81B9116-9323-44F6-AB11-E1EC5E34D19E}" dt="2025-12-10T12:10:02.556" v="93" actId="20577"/>
          <ac:spMkLst>
            <pc:docMk/>
            <pc:sldMk cId="3390550960" sldId="273"/>
            <ac:spMk id="2" creationId="{867A45B4-BDFC-7CCA-FC94-928C454EFB15}"/>
          </ac:spMkLst>
        </pc:spChg>
        <pc:spChg chg="mod">
          <ac:chgData name="Mohamed Elkomy" userId="aa26ab03adbe3a46" providerId="Windows Live" clId="Web-{C81B9116-9323-44F6-AB11-E1EC5E34D19E}" dt="2025-12-10T12:10:08.400" v="95" actId="20577"/>
          <ac:spMkLst>
            <pc:docMk/>
            <pc:sldMk cId="3390550960" sldId="273"/>
            <ac:spMk id="3" creationId="{F5AAA2B3-3185-4BDF-B391-DF4465184EA5}"/>
          </ac:spMkLst>
        </pc:spChg>
      </pc:sldChg>
      <pc:sldMasterChg chg="del delSldLayout">
        <pc:chgData name="Mohamed Elkomy" userId="aa26ab03adbe3a46" providerId="Windows Live" clId="Web-{C81B9116-9323-44F6-AB11-E1EC5E34D19E}" dt="2025-12-10T11:58:13.657" v="0"/>
        <pc:sldMasterMkLst>
          <pc:docMk/>
          <pc:sldMasterMk cId="2460954070" sldId="2147483660"/>
        </pc:sldMasterMkLst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Mohamed Elkomy" userId="aa26ab03adbe3a46" providerId="Windows Live" clId="Web-{C81B9116-9323-44F6-AB11-E1EC5E34D19E}" dt="2025-12-10T11:58:13.657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Mohamed Elkomy" userId="aa26ab03adbe3a46" providerId="Windows Live" clId="Web-{C81B9116-9323-44F6-AB11-E1EC5E34D19E}" dt="2025-12-10T11:58:13.657" v="0"/>
        <pc:sldMasterMkLst>
          <pc:docMk/>
          <pc:sldMasterMk cId="2676704925" sldId="2147483672"/>
        </pc:sldMasterMkLst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1426080441" sldId="2147483673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635864462" sldId="2147483674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4048168492" sldId="2147483675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3006392078" sldId="2147483676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3551474685" sldId="2147483677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275400883" sldId="2147483678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2655286304" sldId="2147483679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62233483" sldId="2147483680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1500648114" sldId="2147483681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1349843635" sldId="2147483682"/>
          </pc:sldLayoutMkLst>
        </pc:sldLayoutChg>
        <pc:sldLayoutChg chg="add mod replId">
          <pc:chgData name="Mohamed Elkomy" userId="aa26ab03adbe3a46" providerId="Windows Live" clId="Web-{C81B9116-9323-44F6-AB11-E1EC5E34D19E}" dt="2025-12-10T11:58:13.657" v="0"/>
          <pc:sldLayoutMkLst>
            <pc:docMk/>
            <pc:sldMasterMk cId="2676704925" sldId="2147483672"/>
            <pc:sldLayoutMk cId="2679917529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08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864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6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39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47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00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28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33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4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84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91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704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utomationexercis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nour_auto@example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nour_auto@example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email='nour_auto@example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Project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Automation Exercise – Testing Project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Login &amp; Registration + API Testing + UI Testing + Database Validation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E620-AA4C-F07E-C267-06B0322E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894BF-C60E-C33B-751B-167E0D3C8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This project covers: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API Testing (Postman)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UI Automation Testing (Selenium + TestNG)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Database Testing (MySQL)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Defect Tracking (JIRA)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Test Analysis &amp; Test Design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Bugs Reporting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Automation Scripts (Java)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53B2B-A117-66A0-6C9D-70F23B26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9C84D-7206-4AD1-B286-C8E45C0BC18E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6088E-064A-ABEE-A5AB-0C4C121B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B5BB5-8225-E4D9-A5E0-FE0D532B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1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9197-78CD-6499-10E1-30B08353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Features Tested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5EC5B-C17A-BFD6-2C15-DFE7104F6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User Registration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Login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Duplicate Email Validation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Contact Us API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Order Details API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Profile Picture Upload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Server Performance Testing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Database Schema Validation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F773C-875E-956A-B0D6-4AC78B26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0F641-AA54-4F6D-B011-E2D419BC75A5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DCDC2-3E9A-CC7E-6310-3D3A5466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B62AD-85E5-E914-5B7D-8FC9C3D5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67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E803-88AD-2537-B14E-9CF958F7F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Tools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3298A-078B-DAEC-635F-E04C8202F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Postman</a:t>
            </a:r>
            <a:r>
              <a:rPr lang="en-US" dirty="0">
                <a:ea typeface="+mn-lt"/>
                <a:cs typeface="+mn-lt"/>
              </a:rPr>
              <a:t> → API Testing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Selenium WebDriver</a:t>
            </a:r>
            <a:r>
              <a:rPr lang="en-US">
                <a:ea typeface="+mn-lt"/>
                <a:cs typeface="+mn-lt"/>
              </a:rPr>
              <a:t> → UI Automation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TestNG</a:t>
            </a:r>
            <a:r>
              <a:rPr lang="en-US">
                <a:ea typeface="+mn-lt"/>
                <a:cs typeface="+mn-lt"/>
              </a:rPr>
              <a:t> → Test Execution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Java</a:t>
            </a:r>
            <a:r>
              <a:rPr lang="en-US">
                <a:ea typeface="+mn-lt"/>
                <a:cs typeface="+mn-lt"/>
              </a:rPr>
              <a:t> → Automation Framework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MySQL</a:t>
            </a:r>
            <a:r>
              <a:rPr lang="en-US">
                <a:ea typeface="+mn-lt"/>
                <a:cs typeface="+mn-lt"/>
              </a:rPr>
              <a:t> → Database Validation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JIRA</a:t>
            </a:r>
            <a:r>
              <a:rPr lang="en-US">
                <a:ea typeface="+mn-lt"/>
                <a:cs typeface="+mn-lt"/>
              </a:rPr>
              <a:t> → Bug Reporting</a:t>
            </a:r>
            <a:endParaRPr lang="en-US"/>
          </a:p>
          <a:p>
            <a:r>
              <a:rPr lang="en-US" b="1" dirty="0" err="1">
                <a:ea typeface="+mn-lt"/>
                <a:cs typeface="+mn-lt"/>
              </a:rPr>
              <a:t>ChromeDriver</a:t>
            </a:r>
            <a:endParaRPr lang="en-US" dirty="0" err="1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2655-385F-94D6-8B69-2EE3DC3A0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2A6FB-BF75-4AD5-A54E-1F79FA7B6457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0058C-E5D9-36C9-2BC9-8C36343F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98593-074E-8577-89EA-D002497D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5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4CA0-CFA5-93C2-D44B-F34472FDE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API Testing (Postman Collection)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9CFC-DE0C-5B8C-C73B-EC5AEC888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Includes the following API scenarios: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Register – Valid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Register – Duplicate Email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Login – Valid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Login – Wrong Password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Get User Details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Environment Variable: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baseUrl</a:t>
            </a:r>
            <a:r>
              <a:rPr lang="en-US" b="1">
                <a:ea typeface="+mn-lt"/>
                <a:cs typeface="+mn-lt"/>
              </a:rPr>
              <a:t> = </a:t>
            </a:r>
            <a:r>
              <a:rPr lang="en-US" b="1" dirty="0">
                <a:ea typeface="+mn-lt"/>
                <a:cs typeface="+mn-lt"/>
                <a:hlinkClick r:id="rId2"/>
              </a:rPr>
              <a:t>https://automationexercise.com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8C9F3-7BAF-D5BC-4899-F8628C0EB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1B699-0446-445B-AB5C-9308E290F997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EE563-5077-B034-8275-016A84DA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D47DE-72BF-4E49-9757-B4C8E89C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2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49D7-193D-7F22-1865-ED48C117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Example API Request (Register – Valid)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30086-B510-4B38-2A2D-3C0F0851D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POST /</a:t>
            </a:r>
            <a:r>
              <a:rPr lang="en-US" b="1" err="1">
                <a:ea typeface="+mn-lt"/>
                <a:cs typeface="+mn-lt"/>
              </a:rPr>
              <a:t>api</a:t>
            </a:r>
            <a:r>
              <a:rPr lang="en-US" b="1">
                <a:ea typeface="+mn-lt"/>
                <a:cs typeface="+mn-lt"/>
              </a:rPr>
              <a:t>/</a:t>
            </a:r>
            <a:r>
              <a:rPr lang="en-US" b="1" err="1">
                <a:ea typeface="+mn-lt"/>
                <a:cs typeface="+mn-lt"/>
              </a:rPr>
              <a:t>createAccount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Body:</a:t>
            </a:r>
            <a:endParaRPr lang="en-US"/>
          </a:p>
          <a:p>
            <a:r>
              <a:rPr lang="en-US" dirty="0">
                <a:latin typeface="Consolas"/>
              </a:rPr>
              <a:t>{
</a:t>
            </a:r>
            <a:r>
              <a:rPr lang="en-US">
                <a:latin typeface="Consolas"/>
              </a:rPr>
              <a:t> "name": "Nour",</a:t>
            </a:r>
            <a:r>
              <a:rPr lang="en-US" dirty="0">
                <a:latin typeface="Consolas"/>
              </a:rPr>
              <a:t>
</a:t>
            </a:r>
            <a:r>
              <a:rPr lang="en-US">
                <a:latin typeface="Consolas"/>
              </a:rPr>
              <a:t> "email": "</a:t>
            </a:r>
            <a:r>
              <a:rPr lang="en-US" dirty="0">
                <a:latin typeface="Consolas"/>
                <a:hlinkClick r:id="rId2"/>
              </a:rPr>
              <a:t>nour_auto@example.com</a:t>
            </a:r>
            <a:r>
              <a:rPr lang="en-US">
                <a:latin typeface="Consolas"/>
              </a:rPr>
              <a:t>",</a:t>
            </a:r>
            <a:r>
              <a:rPr lang="en-US" dirty="0">
                <a:latin typeface="Consolas"/>
              </a:rPr>
              <a:t>
</a:t>
            </a:r>
            <a:r>
              <a:rPr lang="en-US">
                <a:latin typeface="Consolas"/>
              </a:rPr>
              <a:t> "password": "1234"</a:t>
            </a:r>
            <a:r>
              <a:rPr lang="en-US" dirty="0">
                <a:latin typeface="Consolas"/>
              </a:rPr>
              <a:t>
</a:t>
            </a:r>
            <a:r>
              <a:rPr lang="en-US">
                <a:latin typeface="Consolas"/>
              </a:rPr>
              <a:t>}</a:t>
            </a:r>
            <a:r>
              <a:rPr lang="en-US" dirty="0">
                <a:latin typeface="Consolas"/>
              </a:rPr>
              <a:t>
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Expected: Account created successfully.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D0BAF-3DDC-14B9-D851-48729F33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6FC1-671F-454F-8097-141D70697DE0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DAB57-C2B3-D1C6-A25A-7CCCDE96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3046E-67E2-CE38-B32F-A5868396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5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8FD9-6148-487B-FE8B-464FE13C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Example API Request (Login – Valid)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7E393-0240-67CD-336F-827F6E349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POST /</a:t>
            </a:r>
            <a:r>
              <a:rPr lang="en-US" b="1" dirty="0" err="1">
                <a:ea typeface="+mn-lt"/>
                <a:cs typeface="+mn-lt"/>
              </a:rPr>
              <a:t>api</a:t>
            </a:r>
            <a:r>
              <a:rPr lang="en-US" b="1" dirty="0">
                <a:ea typeface="+mn-lt"/>
                <a:cs typeface="+mn-lt"/>
              </a:rPr>
              <a:t>/</a:t>
            </a:r>
            <a:r>
              <a:rPr lang="en-US" b="1" dirty="0" err="1">
                <a:ea typeface="+mn-lt"/>
                <a:cs typeface="+mn-lt"/>
              </a:rPr>
              <a:t>verifyLogin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Body:</a:t>
            </a:r>
            <a:endParaRPr lang="en-US" dirty="0"/>
          </a:p>
          <a:p>
            <a:r>
              <a:rPr lang="en-US" dirty="0">
                <a:latin typeface="Consolas"/>
              </a:rPr>
              <a:t>{
</a:t>
            </a:r>
            <a:r>
              <a:rPr lang="en-US">
                <a:latin typeface="Consolas"/>
              </a:rPr>
              <a:t> "email": "</a:t>
            </a:r>
            <a:r>
              <a:rPr lang="en-US" dirty="0">
                <a:latin typeface="Consolas"/>
                <a:hlinkClick r:id="rId2"/>
              </a:rPr>
              <a:t>nour_auto@example.com</a:t>
            </a:r>
            <a:r>
              <a:rPr lang="en-US">
                <a:latin typeface="Consolas"/>
              </a:rPr>
              <a:t>",</a:t>
            </a:r>
            <a:r>
              <a:rPr lang="en-US" dirty="0">
                <a:latin typeface="Consolas"/>
              </a:rPr>
              <a:t>
</a:t>
            </a:r>
            <a:r>
              <a:rPr lang="en-US">
                <a:latin typeface="Consolas"/>
              </a:rPr>
              <a:t> "password": "1234"</a:t>
            </a:r>
            <a:r>
              <a:rPr lang="en-US" dirty="0">
                <a:latin typeface="Consolas"/>
              </a:rPr>
              <a:t>
</a:t>
            </a:r>
            <a:r>
              <a:rPr lang="en-US">
                <a:latin typeface="Consolas"/>
              </a:rPr>
              <a:t>}</a:t>
            </a:r>
            <a:r>
              <a:rPr lang="en-US" dirty="0">
                <a:latin typeface="Consolas"/>
              </a:rPr>
              <a:t>
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Expected: Login success.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B4BC0-51D4-E56A-D166-7EECE041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3B3CE-050F-458E-A2DE-D9FD45D161CD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F58B8-2F8E-E0EA-38E4-E108DBD8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F1F46-3F7A-06FE-A3D1-60113BFA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62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6FFA-DD13-CBF0-C15C-8AC6A13D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UI Testing (Selenium + TestNG)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440A-F13F-813F-5E14-E1E603CA9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Pages automated: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Register Page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Login Page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Automation Includes: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Filling fields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Clicking buttons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Reading success or error messages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Validating navigation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CB474-8B93-546A-F522-DD09788E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A125F-675C-4809-8340-A3428639ABBA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E8C3B-0CAF-90D7-9FEF-0CC3FE3B0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ED784-4E4E-0579-310E-5B9A4446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92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E903-9DCB-F8BF-61B1-F4104179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Register Page (Page Object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8C628-C011-B61B-5307-B61CAA00C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Main Functions:</a:t>
            </a:r>
            <a:endParaRPr lang="en-US" dirty="0"/>
          </a:p>
          <a:p>
            <a:r>
              <a:rPr lang="en-US" dirty="0">
                <a:latin typeface="Consolas"/>
              </a:rPr>
              <a:t>open()</a:t>
            </a:r>
            <a:r>
              <a:rPr lang="en-US" dirty="0">
                <a:ea typeface="+mn-lt"/>
                <a:cs typeface="+mn-lt"/>
              </a:rPr>
              <a:t> → navigate to signup page</a:t>
            </a:r>
            <a:endParaRPr lang="en-US" dirty="0"/>
          </a:p>
          <a:p>
            <a:r>
              <a:rPr lang="en-US" dirty="0">
                <a:latin typeface="Consolas"/>
              </a:rPr>
              <a:t>register(name, email, password)</a:t>
            </a:r>
            <a:endParaRPr lang="en-US" dirty="0"/>
          </a:p>
          <a:p>
            <a:r>
              <a:rPr lang="en-US" err="1">
                <a:latin typeface="Consolas"/>
              </a:rPr>
              <a:t>successMessagePresent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r>
              <a:rPr lang="en-US" err="1">
                <a:latin typeface="Consolas"/>
              </a:rPr>
              <a:t>duplicateErrorPresent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CC749-3380-0EF6-309E-A5FAD2379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1830-AD83-46F1-8110-31CFB6236E22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357AC-41E4-93B7-E7F8-C42C973B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C3F2-DEAE-8F45-3C1C-3336E1258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41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6182-F471-CFB1-5FEA-53BB3DE2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Login Page (Page Object Model)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993D-A398-26CD-E941-C6E751D3E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Main Functions:</a:t>
            </a:r>
            <a:endParaRPr lang="en-US" dirty="0"/>
          </a:p>
          <a:p>
            <a:r>
              <a:rPr lang="en-US" dirty="0">
                <a:latin typeface="Consolas"/>
              </a:rPr>
              <a:t>open()</a:t>
            </a:r>
            <a:r>
              <a:rPr lang="en-US" dirty="0">
                <a:ea typeface="+mn-lt"/>
                <a:cs typeface="+mn-lt"/>
              </a:rPr>
              <a:t> → open login page</a:t>
            </a:r>
            <a:endParaRPr lang="en-US" dirty="0"/>
          </a:p>
          <a:p>
            <a:r>
              <a:rPr lang="en-US" dirty="0">
                <a:latin typeface="Consolas"/>
              </a:rPr>
              <a:t>login(email, password)</a:t>
            </a:r>
            <a:endParaRPr lang="en-US" dirty="0"/>
          </a:p>
          <a:p>
            <a:r>
              <a:rPr lang="en-US" err="1">
                <a:latin typeface="Consolas"/>
              </a:rPr>
              <a:t>dashboardVisible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r>
              <a:rPr lang="en-US" err="1">
                <a:latin typeface="Consolas"/>
              </a:rPr>
              <a:t>loginErrorVisible</a:t>
            </a:r>
            <a:r>
              <a:rPr lang="en-US">
                <a:latin typeface="Consolas"/>
              </a:rPr>
              <a:t>()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7917F-DB78-A9B1-88BC-291AB210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2260-1B54-4D7A-AB4E-26A8FD79541E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CD5C9-FE40-AED5-3513-79564FD7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25A4E-5A82-D6EF-6597-0A9415D9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292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C2B1-4DEF-AB6B-D551-A781009C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Java Test Classes (TestNG)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28B94-3633-ACB4-A235-62EED7780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RegisterTests</a:t>
            </a:r>
          </a:p>
          <a:p>
            <a:r>
              <a:rPr lang="en-US" err="1">
                <a:ea typeface="+mn-lt"/>
                <a:cs typeface="+mn-lt"/>
              </a:rPr>
              <a:t>registerSuccess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duplicateEmail</a:t>
            </a:r>
            <a:endParaRPr lang="en-US" err="1"/>
          </a:p>
          <a:p>
            <a:r>
              <a:rPr lang="en-US" err="1"/>
              <a:t>LoginTests</a:t>
            </a:r>
          </a:p>
          <a:p>
            <a:r>
              <a:rPr lang="en-US" err="1">
                <a:ea typeface="+mn-lt"/>
                <a:cs typeface="+mn-lt"/>
              </a:rPr>
              <a:t>loginSuccess</a:t>
            </a:r>
            <a:endParaRPr lang="en-US" err="1"/>
          </a:p>
          <a:p>
            <a:r>
              <a:rPr lang="en-US" err="1">
                <a:ea typeface="+mn-lt"/>
                <a:cs typeface="+mn-lt"/>
              </a:rPr>
              <a:t>loginWrongPassword</a:t>
            </a:r>
            <a:endParaRPr lang="en-US" err="1"/>
          </a:p>
          <a:p>
            <a:r>
              <a:rPr lang="en-US" dirty="0">
                <a:ea typeface="+mn-lt"/>
                <a:cs typeface="+mn-lt"/>
              </a:rPr>
              <a:t>Each test uses assertions to verify expected behavior.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81920-A51B-3CCD-7518-B670100D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C447-0DAD-4C31-88E9-3ED336B99184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F087-BBD7-C5FE-B9C4-2469F72E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E5CF3-8A75-7DAC-2C73-3DBC46B3C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146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B9D4-9624-A6A1-4588-E00868E1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Database Testing (MySQL)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D166-4E45-06D7-D76E-7DF6B4DA1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ea typeface="+mn-lt"/>
                <a:cs typeface="+mn-lt"/>
              </a:rPr>
              <a:t>Queries executed: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Verify user exists</a:t>
            </a:r>
            <a:endParaRPr lang="en-US"/>
          </a:p>
          <a:p>
            <a:r>
              <a:rPr lang="en-US">
                <a:latin typeface="Consolas"/>
              </a:rPr>
              <a:t>SELECT * FROM Users WHERE </a:t>
            </a:r>
            <a:r>
              <a:rPr lang="en-US" dirty="0">
                <a:latin typeface="Consolas"/>
                <a:hlinkClick r:id="rId2"/>
              </a:rPr>
              <a:t>email='nour_auto@example.com</a:t>
            </a:r>
            <a:r>
              <a:rPr lang="en-US">
                <a:latin typeface="Consolas"/>
              </a:rPr>
              <a:t>';</a:t>
            </a:r>
            <a:r>
              <a:rPr lang="en-US" dirty="0">
                <a:latin typeface="Consolas"/>
              </a:rPr>
              <a:t>
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Check for duplicate emails</a:t>
            </a:r>
            <a:endParaRPr lang="en-US"/>
          </a:p>
          <a:p>
            <a:r>
              <a:rPr lang="en-US" dirty="0">
                <a:latin typeface="Consolas"/>
              </a:rPr>
              <a:t>SELECT email, COUNT(*) 
</a:t>
            </a:r>
            <a:r>
              <a:rPr lang="en-US">
                <a:latin typeface="Consolas"/>
              </a:rPr>
              <a:t>FROM Users GROUP BY email HAVING COUNT(*) &gt; 1;</a:t>
            </a:r>
            <a:r>
              <a:rPr lang="en-US" dirty="0">
                <a:latin typeface="Consolas"/>
              </a:rPr>
              <a:t>
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Check login API logs</a:t>
            </a:r>
            <a:endParaRPr lang="en-US"/>
          </a:p>
          <a:p>
            <a:r>
              <a:rPr lang="en-US" dirty="0">
                <a:latin typeface="Consolas"/>
              </a:rPr>
              <a:t>SELECT * FROM API_Logs WHERE endpoint='/api/verifyLogin';
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8C44-E936-5154-42C3-29E765F3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B20-1069-4E27-9F47-C6BDA4FF8208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6F58C-4B9F-1CB8-A102-3029F5A7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0DB1E-FE82-91CD-3F57-E385C681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25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A658-A877-8E38-3221-4A2FFF6F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Database Design (ERD 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DC693-99DC-2380-B81C-6880AC250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Tables included: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Users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Categories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Brands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Cart &amp; </a:t>
            </a:r>
            <a:r>
              <a:rPr lang="en-US" err="1">
                <a:ea typeface="+mn-lt"/>
                <a:cs typeface="+mn-lt"/>
              </a:rPr>
              <a:t>Cart_Items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Orders &amp; </a:t>
            </a:r>
            <a:r>
              <a:rPr lang="en-US" err="1">
                <a:ea typeface="+mn-lt"/>
                <a:cs typeface="+mn-lt"/>
              </a:rPr>
              <a:t>Order_Items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Wishlist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Contact_Messages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Newsletter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API_Logs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Each table includes primary keys, foreign keys, timestamps, and validation rules.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0247E-C95F-ADEF-37A9-1649637F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3BDFE-EBF6-437F-9790-30207BB638CC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99533-12EA-CC9A-DDC6-5186EFC4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909A1-D16E-CA9B-BACB-08260970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9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B12D-8C67-F41B-B137-6614A6B9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Bug Reports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10C96-D83F-370A-B9FF-CC3A4C45A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Bugs Found: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JIRA-016 – Contact form accepts empty subject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JIRA-019 – Profile picture upload fails on mobile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JIRA-021 – Order details missing total price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JIRA-023 – Server timeout during API testing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Status: All </a:t>
            </a:r>
            <a:r>
              <a:rPr lang="en-US" b="1">
                <a:ea typeface="+mn-lt"/>
                <a:cs typeface="+mn-lt"/>
              </a:rPr>
              <a:t>Open</a:t>
            </a:r>
            <a:r>
              <a:rPr lang="en-US">
                <a:ea typeface="+mn-lt"/>
                <a:cs typeface="+mn-lt"/>
              </a:rPr>
              <a:t>, Priority </a:t>
            </a:r>
            <a:r>
              <a:rPr lang="en-US" b="1">
                <a:ea typeface="+mn-lt"/>
                <a:cs typeface="+mn-lt"/>
              </a:rPr>
              <a:t>Medium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6CBC5-222E-1F4A-A770-F20E048B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66FF0-DBED-46E6-96A6-434E15245ABF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A5EA9-75C4-F26A-4B47-C97AD6C49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29DCC-1DB1-1BDC-D695-4B463306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10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13DC-4280-5819-5E79-9D3F1F00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Bug Example (JIRA-016)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3023-3C16-6B3D-E6A2-8FEE855C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Title:</a:t>
            </a:r>
            <a:r>
              <a:rPr lang="en-US" dirty="0">
                <a:ea typeface="+mn-lt"/>
                <a:cs typeface="+mn-lt"/>
              </a:rPr>
              <a:t> Contact form accepts empty subject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Feature:</a:t>
            </a:r>
            <a:r>
              <a:rPr lang="en-US" dirty="0">
                <a:ea typeface="+mn-lt"/>
                <a:cs typeface="+mn-lt"/>
              </a:rPr>
              <a:t> Contact Us API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Priority:</a:t>
            </a:r>
            <a:r>
              <a:rPr lang="en-US" dirty="0">
                <a:ea typeface="+mn-lt"/>
                <a:cs typeface="+mn-lt"/>
              </a:rPr>
              <a:t> Medium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Expected:</a:t>
            </a:r>
            <a:r>
              <a:rPr lang="en-US" dirty="0">
                <a:ea typeface="+mn-lt"/>
                <a:cs typeface="+mn-lt"/>
              </a:rPr>
              <a:t> Error message for missing subject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Actual:</a:t>
            </a:r>
            <a:r>
              <a:rPr lang="en-US" dirty="0">
                <a:ea typeface="+mn-lt"/>
                <a:cs typeface="+mn-lt"/>
              </a:rPr>
              <a:t> Message accepted with empty subject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Steps: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Send POST request with empty subject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API accepts message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E4B56-CD52-C00B-6412-68A1E01A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110BE-A5D2-4803-BE88-E29EAE7E9C8C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E9F3-3D78-35C0-FAA7-667023CC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F2350-5E16-90D9-1BCA-D7E0C348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588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E6F3-FB6B-87B2-4D94-33F697C5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Test Analysis &amp;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D1477-ACE9-5A0A-6E8B-6494932A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</a:rPr>
              <a:t>Techniques Used: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Equivalence Partitioning</a:t>
            </a:r>
            <a:r>
              <a:rPr lang="en-US">
                <a:ea typeface="+mn-lt"/>
                <a:cs typeface="+mn-lt"/>
              </a:rPr>
              <a:t> (valid/invalid email, password)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Boundary Value Analysis</a:t>
            </a:r>
            <a:r>
              <a:rPr lang="en-US">
                <a:ea typeface="+mn-lt"/>
                <a:cs typeface="+mn-lt"/>
              </a:rPr>
              <a:t> (input lengths)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Error Guessing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Positive &amp; Negative Scenarios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Requirements Covered: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REQ-001 Register User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REQ-002 Duplicate Email Prevention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REQ-003 Required Fields Validation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REQ-011 Login User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AEC2F-E543-C01F-9575-E24AFF6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E5DA4-3167-4E7B-A02A-2B47407EF9E7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9865C-300E-EE9D-5B74-FF6761F79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7C717-51BC-77DF-E2C0-77092B37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494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A311-4CB3-19F6-F445-4D819902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Managing Test Activities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DE5E7-72C2-EC50-E3DF-D72809308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Includes: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API Test Execution (Postman)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UI Testing (Selenium)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Database Validation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Logging Defects in JIRA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Re-testing &amp; Regression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Maintaining automation scripts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Related JIRA Issues: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JIRA-001 User Registration API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JIRA-003 Duplicate Email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JIRA-004 Login API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JIRA-005 Login Timeout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FDFEC-AE97-860B-4DD0-78D08C8E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0CDD5-6427-4574-A053-FFA0EB75E95F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188CC-CD9D-6119-894D-3F8B9626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9D6C9-86C2-77E1-2FC3-E57AE156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138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45B4-BDFC-7CCA-FC94-928C454E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AA2B3-3185-4BDF-B391-DF4465184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testing activities ensured: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API reliability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UI correctness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Database consistency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Proper error handling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Accurate defect reporting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Project demonstrates full QA coverage: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API + UI + DB + Defect Tracking + Automation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2F2EE-9FA1-4DA3-3111-F6CB555D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CD33F-3D01-43C8-9110-EC58D9D0F960}" type="datetime1"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2B3E5-3D4E-F454-8215-1EEB60C1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B029B-A5EC-4F98-CB25-BBE64FF9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50960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PortalVTI</vt:lpstr>
      <vt:lpstr>Project Title</vt:lpstr>
      <vt:lpstr>Project Overview</vt:lpstr>
      <vt:lpstr>Features Tested</vt:lpstr>
      <vt:lpstr>Tools Used</vt:lpstr>
      <vt:lpstr>API Testing (Postman Collection)</vt:lpstr>
      <vt:lpstr>Example API Request (Register – Valid)</vt:lpstr>
      <vt:lpstr>Example API Request (Login – Valid)</vt:lpstr>
      <vt:lpstr>UI Testing (Selenium + TestNG)</vt:lpstr>
      <vt:lpstr>Register Page (Page Object Model)</vt:lpstr>
      <vt:lpstr>Login Page (Page Object Model)</vt:lpstr>
      <vt:lpstr>Java Test Classes (TestNG)</vt:lpstr>
      <vt:lpstr>Database Testing (MySQL)</vt:lpstr>
      <vt:lpstr>Database Design (ERD Overview)</vt:lpstr>
      <vt:lpstr>Bug Reports Summary</vt:lpstr>
      <vt:lpstr>Bug Example (JIRA-016)</vt:lpstr>
      <vt:lpstr>Test Analysis &amp; Design</vt:lpstr>
      <vt:lpstr>Managing Test Activities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2025-12-10T11:58:03Z</dcterms:created>
  <dcterms:modified xsi:type="dcterms:W3CDTF">2025-12-10T12:10:15Z</dcterms:modified>
</cp:coreProperties>
</file>